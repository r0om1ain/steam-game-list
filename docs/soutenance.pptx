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s. Présentez-vous, le repo, le choix Qdrant. Dites que l’app tourne à côté pour la démo vers la minute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Ne lisez pas la liste comme un inventaire. Dites juste : on a couvert les cases, la suite c’est comment on l’a interprété.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Exemple à l’oral, le même que vous taperez en démo. C’est ça qui justifie Qdrant plutôt qu’une base document classique.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Soyez honnêtes sur le --limit 150. Le prof a demandé une API « assez régulièrement » : on a la date, on peut relancer le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C’est le slot « 5 min exploration » de l’énoncé, un peu compressé. Si on vous interrompt : montrez le notebook plutôt que de tout raconter.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Les graphes sont dans l’onglet Catalogue de l’app. Vous pouvez y passer 20 s en démo au lieu de tout détailler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Attendez-vous à « pourquoi pas les deux ? ». Réponse : un seul store, le besoin c’est la similarité. Le payload suffit pour le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Dessinez-le au tableau si besoin : CSV → parquet → vecteur → query. Insistez sur AppID comme id (sinon plus de update propre).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Pour la démo CRUD : get 730 (CS2) puis un insert 999001 que vous deletez après. Ne perdez pas 3 min là-dessus si l’app 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C’est le gros du 15 min « approche + démo ». Lancez Streamlit avant de commencer. Si Qdrant est down : docker compose up -d. Ne lisez pas cette slide, basculez sur l’écran de l’app.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Mieux vaut citer les limites vous-mêmes. Ensuite : merci, questions. Repo GitHub + notebook si on vous demande le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Recherche sémantique sur Steam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8C5D6"/>
                </a:solidFill>
                <a:latin typeface="Calibri"/>
              </a:rPr>
              <a:t>Projet NoSQL / Big Data  ·  Qdrant à la place de MongoDB /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8A9BB0"/>
                </a:solidFill>
                <a:latin typeface="Calibri"/>
              </a:rPr>
              <a:t>Soutenance  ·  ~15 min + démo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Ce que demandait le sujet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Une base NoSQL en prod (Mongo / Neo4j dans l’énoncé) → on a pris Qdrant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1–2 datasets, dont une source un peu vivante (API) + une date d’ingestion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CRUD en Python, indexes, un peu de perf et de sécu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Un notebook d’exploration (pas « clean ») + des graphes métier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Une webapp, et des scripts d’admin (dump / restore)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Sur Steam il y a trop de jeux pour scroller.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Souvent on n’a pas le titre, juste une envie : « un jeu de cartes relaxant avec des puzzles ».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Un filtre par genre (Indie, Action…) ne suffit pas, tout le catalogue est Indie.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On veut une recherche par similarité de texte, pas par mot-clé exact.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Le jeu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Dump Kaggle du store Steam : ~126k lignes, 40 colonnes, CSV ~400 Mo.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Titre, description, genres, tags, prix (USD), OS, avis positifs/négatifs…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2e source : Steam Web API sur les 150 jeux les plus reviewés.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On récupère la dernière news, le nombre de joueurs en ligne, et ingested_at.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On n’a pas tapé les 126k sur l’API : rate limit, ça aurait pris des heures.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Exploration /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Header cassé : Discount et DLC count collés → toutes les colonnes se décalaient.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Movies 100 % vide, Score rank quasi vide. 1 jeu sans nom.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Playtests et jeux sans description : embeddings pauvres, on les a droppés.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À la fin : ~117k jeux, ~16 % gratuits, prix médian 3,59 $.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Tout ça est dans notebooks/exploration.ipynb, volontairement un peu brouillon.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Ce qu’on a regardé (questions métier)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Quels genres dominent ? Indie / Action / Casual / Adventure, sans surprise.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Prix : beaucoup de petits jeux, une vraie masse de free-to-play.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Note vs prix : pas de lien linéaire. Le volume d’avis sert plutôt à filtrer.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OS : Windows partout, Mac/Linux minoritaires → filtre plateforme utile.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Explosion des sorties après ~2014-2016. Le catalogue est trop gros : d’où la reco.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Pourquoi Qdrant (et pas Mongo / Neo4j)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Mongo : bien pour du document, moins naturel pour « cette phrase ≈ ce jeu ».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Neo4j : bien s’il y avait des relations (joueurs, collabs). Ce n’est pas le cas ici.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Qdrant : un vecteur par jeu + un payload (prix, genres, OS, avis…).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Les indexes payload = l’équivalent des indexes Mongo, pour filtrer sans tout rescanner.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En local : Docker. La clé API Qdrant est optionnelle en localhost.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Comment ça marche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1. clean_games.py  →  parquet (texte d’embedding, prix, année, listes de genres)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2. fetch_steam_api.py  →  jsonl (news, joueurs, ingested_at)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3. MiniLM (384 dims) encode le texte  →  cosine dans Qdrant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4. ingest_qdrant.py  : upsert par batch, id = AppID, vecteurs on_disk, HNSW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5. Streamlit : la requête utilisateur est encodée pareil, Qdrant renvoie les plus proches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CRUD, admin, sécu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CRUD CLI : get / insert / update / replace / delete (scripts/crud_games.py).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update = payload seulement. replace = on recalcule l’embedding.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Snapshots Qdrant : dump + copie dans data/backups/, restore ensuite.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Clés dans .env (Steam + éventuellement Qdrant), rien en dur dans le code.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En remote sans QDRANT_API_KEY, le script prévient.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Démo (l’app)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Onglet Recherche : phrase en anglais + filtres (prix, Linux, année, genres, avis).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Exemple : « a relaxing card game with puzzles », prix max 15 $, Linux coché.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Autre : « dark open world RPG » pour montrer que ce n’est pas du mot-clé.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Onglet Catalogue : les graphes du notebook + le tableau Steam API (joueurs / news).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Lien store Steam sur chaque résultat.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Limites (et ce qu’on dirait si on avait plus de temps)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0116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MiniLM est anglais. Une requête FR sort moins bien.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L’API ne couvre que 150 jeux, pas tout le catalogue.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Qdrant tourne en local Docker, pas sur un cloud (Atlas / Aura dans l’énoncé).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Pas de rerank sophistiqué (on filtre, on ne réordonne pas par popularité).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Le dump est un snapshot : relancer fetch_steam_api.py pour rafraîchir.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4A5568"/>
                </a:solidFill>
                <a:latin typeface="Calibri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Calibri"/>
              </a:rPr>
              <a:t>steam-game-list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